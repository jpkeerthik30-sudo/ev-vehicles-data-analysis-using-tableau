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4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6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9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58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5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8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6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68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6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8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0686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71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18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2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50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9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34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Electric Vehicle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Tableau Dashboard Project 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44B89-7049-22A5-2E52-31CABD9A4EEF}"/>
              </a:ext>
            </a:extLst>
          </p:cNvPr>
          <p:cNvSpPr txBox="1"/>
          <p:nvPr/>
        </p:nvSpPr>
        <p:spPr>
          <a:xfrm>
            <a:off x="6607423" y="5604387"/>
            <a:ext cx="29005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Submitted by</a:t>
            </a:r>
          </a:p>
          <a:p>
            <a:r>
              <a:rPr lang="en-US" dirty="0"/>
              <a:t>       </a:t>
            </a:r>
            <a:r>
              <a:rPr lang="en-US" dirty="0" err="1"/>
              <a:t>Keerthikraj</a:t>
            </a:r>
            <a:r>
              <a:rPr lang="en-US" dirty="0"/>
              <a:t>. J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Key Metrics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Vehicles: 150,413</a:t>
            </a:r>
          </a:p>
          <a:p>
            <a:r>
              <a:rPr dirty="0"/>
              <a:t>Average Electric Range: 67.83 miles</a:t>
            </a:r>
          </a:p>
          <a:p>
            <a:r>
              <a:rPr dirty="0"/>
              <a:t>Total BEV Vehicles: 116,745 (77.6%)</a:t>
            </a:r>
          </a:p>
          <a:p>
            <a:r>
              <a:rPr dirty="0"/>
              <a:t>Total PHEV Vehicles: 33,668 (22.4%)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Vehicle Trend by Model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adoption shows strong growth from 2016 onwards.</a:t>
            </a:r>
          </a:p>
          <a:p>
            <a:r>
              <a:t>Peak registrations observed in 2022 and 2023.</a:t>
            </a:r>
          </a:p>
          <a:p>
            <a:r>
              <a:t>Drop in 2024 likely due to partial-year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Geographical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registrations are concentrated in a few key states.</a:t>
            </a:r>
          </a:p>
          <a:p>
            <a:r>
              <a:t>States with higher population and EV incentives show higher adoption.</a:t>
            </a:r>
          </a:p>
          <a:p>
            <a:r>
              <a:t>Geographical map visualization highlights regional disparities.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Top EV Manufacturers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Tesla leads the market with over 52% share.</a:t>
            </a:r>
          </a:p>
          <a:p>
            <a:r>
              <a:t>Nissan, Chevrolet, Ford, and BMW follow.</a:t>
            </a:r>
          </a:p>
          <a:p>
            <a:r>
              <a:t>Top 10 manufacturers account for the majority of EV registrations.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836DD0-4A85-86A1-6302-EE953A44A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30" y="3752891"/>
            <a:ext cx="4935793" cy="24266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CAFV Eligibility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41.81% vehicles are CAFV eligible.</a:t>
            </a:r>
          </a:p>
          <a:p>
            <a:r>
              <a:t>11.85% vehicles are not CAFV eligible.</a:t>
            </a:r>
          </a:p>
          <a:p>
            <a:r>
              <a:t>46.34% vehicles have unknown CAFV status.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E960F-9B7A-1B4B-A8DD-853B3DCCD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6" y="3515039"/>
            <a:ext cx="5144868" cy="25957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Model-Level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BMW and Audi dominate the PHEV segment.</a:t>
            </a:r>
          </a:p>
          <a:p>
            <a:r>
              <a:t>Tesla models dominate the BEV category.</a:t>
            </a:r>
          </a:p>
          <a:p>
            <a:r>
              <a:t>Long tail of models with smaller market share.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74A09-45BD-02E1-22E3-C7BDF9ED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46" y="3588774"/>
            <a:ext cx="5218941" cy="2502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AC76-7671-17ED-4148-5CF7B48E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EV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Vechicles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Data Analysis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56A1D-42EB-1964-26ED-69165E1F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3" y="2020397"/>
            <a:ext cx="8377083" cy="43017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9643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Conclusion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 adoption is growing rapidly with BEVs as the dominant category.</a:t>
            </a:r>
          </a:p>
          <a:p>
            <a:r>
              <a:t>Manufacturer leadership is concentrated, led by Tesla.</a:t>
            </a:r>
          </a:p>
          <a:p>
            <a:r>
              <a:t>Dashboard enables dynamic filtering by state, model, and EV 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A9DAD-1C4B-5EF4-E513-77E59223AFDC}"/>
              </a:ext>
            </a:extLst>
          </p:cNvPr>
          <p:cNvSpPr txBox="1"/>
          <p:nvPr/>
        </p:nvSpPr>
        <p:spPr>
          <a:xfrm>
            <a:off x="2851355" y="2971178"/>
            <a:ext cx="344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Thank you</a:t>
            </a:r>
            <a:endParaRPr lang="en-IN" sz="4000" dirty="0">
              <a:solidFill>
                <a:schemeClr val="accent1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175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</TotalTime>
  <Words>233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Century Gothic</vt:lpstr>
      <vt:lpstr>Wingdings 3</vt:lpstr>
      <vt:lpstr>Ion</vt:lpstr>
      <vt:lpstr>Electric Vehicle Data Analysis</vt:lpstr>
      <vt:lpstr>Key Metrics Summary</vt:lpstr>
      <vt:lpstr>Vehicle Trend by Model Year</vt:lpstr>
      <vt:lpstr>Geographical Distribution</vt:lpstr>
      <vt:lpstr>Top EV Manufacturers</vt:lpstr>
      <vt:lpstr>CAFV Eligibility Analysis</vt:lpstr>
      <vt:lpstr>Model-Level Analysis</vt:lpstr>
      <vt:lpstr>EV Vechicles Data Analysis</vt:lpstr>
      <vt:lpstr>Conclusion &amp;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JP Keerthik</dc:creator>
  <cp:keywords/>
  <dc:description>generated using python-pptx</dc:description>
  <cp:lastModifiedBy>JP Keerthik</cp:lastModifiedBy>
  <cp:revision>2</cp:revision>
  <dcterms:created xsi:type="dcterms:W3CDTF">2013-01-27T09:14:16Z</dcterms:created>
  <dcterms:modified xsi:type="dcterms:W3CDTF">2026-02-03T13:17:05Z</dcterms:modified>
  <cp:category/>
</cp:coreProperties>
</file>